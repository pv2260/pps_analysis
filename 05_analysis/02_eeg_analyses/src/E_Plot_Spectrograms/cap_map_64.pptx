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3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0403B2-8C53-4711-83F0-0167DBC10C05}" type="datetimeFigureOut">
              <a:rPr lang="fr-FR" smtClean="0"/>
              <a:t>26/07/2025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79BA3C-6AB8-4595-8E65-6DBAADFABD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3863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F330D-6CA5-4B2D-8509-5CEB667793E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1064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576799-3078-6205-13B6-4BF56ADE8B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2F71073-1CC5-551A-3F50-1265B7A75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ECC28F-4F8E-F6BE-FA50-C91B72D3B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B4CB9-2D5D-44A0-99C7-3E1CA8820EAF}" type="datetimeFigureOut">
              <a:rPr lang="fr-FR" smtClean="0"/>
              <a:t>26/07/2025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AE7D3A-F84D-615C-7EF4-C644E3D6D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7CC22C-E03C-B8D0-F286-1BA04AF60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C6D4-062A-433C-825E-49318732FE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300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63D175-BDDC-963C-C051-3707659DD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858A80-A648-4250-4895-2B4EE82B9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ADE745-1A5F-D493-86D4-D779F1922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B4CB9-2D5D-44A0-99C7-3E1CA8820EAF}" type="datetimeFigureOut">
              <a:rPr lang="fr-FR" smtClean="0"/>
              <a:t>26/07/2025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73DBEF-F884-38B7-3959-CE9F67954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35D0B6-D5A3-F265-4A3E-2C11421A4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C6D4-062A-433C-825E-49318732FE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8649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C0BF1F-5447-3A69-7312-7740E926C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AA21556-6408-0FA0-D341-1F7F4B30A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FADF87-D095-8F80-6032-B4CC727F3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B4CB9-2D5D-44A0-99C7-3E1CA8820EAF}" type="datetimeFigureOut">
              <a:rPr lang="fr-FR" smtClean="0"/>
              <a:t>26/07/2025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47D828-C3DF-1F23-9F53-C1F6CCC87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A2BD63-5040-973F-05EB-DEDB26E26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C6D4-062A-433C-825E-49318732FE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005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CB4DBF-7FFD-D04A-4264-A3268290A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C30DD0-976D-E516-ACBF-2AC60F217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C819E50-62ED-E251-6F23-6AB39B9D2D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5114D63-C4E4-824F-4056-0414B104C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B4CB9-2D5D-44A0-99C7-3E1CA8820EAF}" type="datetimeFigureOut">
              <a:rPr lang="fr-FR" smtClean="0"/>
              <a:t>26/07/2025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3DE645-52B2-D86B-ADF8-A660332CF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F72CA05-272E-EBF1-95B6-1D81DA1DF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C6D4-062A-433C-825E-49318732FE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9228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AC45AA-86B4-43C4-9A96-31B1EC6CF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81DFF69-448A-BAD4-BEAF-1682FC5C8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518B4DF-64F0-3D92-4732-C7744BEF2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BE23CB4-F2BA-797E-297E-482691562D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D74F5C2-B440-8BED-C744-FAB37D3F2D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4FAC687-710C-5DAA-B7B4-FAE973E6C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B4CB9-2D5D-44A0-99C7-3E1CA8820EAF}" type="datetimeFigureOut">
              <a:rPr lang="fr-FR" smtClean="0"/>
              <a:t>26/07/2025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72274DC-DB80-B6E6-D204-5940BE6EE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3094EE3-1A1B-AEDE-3EFE-F577E6A30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C6D4-062A-433C-825E-49318732FE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2756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C52531-26F3-2B4C-813F-307A269E6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62A944F-6D77-6DBF-8E40-80FFDAF2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B4CB9-2D5D-44A0-99C7-3E1CA8820EAF}" type="datetimeFigureOut">
              <a:rPr lang="fr-FR" smtClean="0"/>
              <a:t>26/07/2025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F2AE271-0541-6DC8-1383-7C057FE0B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F251FA9-D76A-D98A-0E32-96DAB626B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C6D4-062A-433C-825E-49318732FE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0233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E932197-6F08-8498-B722-07B5FF5F8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B4CB9-2D5D-44A0-99C7-3E1CA8820EAF}" type="datetimeFigureOut">
              <a:rPr lang="fr-FR" smtClean="0"/>
              <a:t>26/07/2025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93D63F2-11F0-D9E0-B20F-E5CCB9655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7CC6C4-B95B-4B20-07E9-3B52CCA62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C6D4-062A-433C-825E-49318732FE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2679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3036E8-40AE-4916-EB24-146761B0C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4182F5-2E4E-28A8-F73F-AE6669D60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2E6EE55-C058-2779-6106-7EED67F5C4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5EDF3E-E070-096B-CE02-0E25F0AF8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B4CB9-2D5D-44A0-99C7-3E1CA8820EAF}" type="datetimeFigureOut">
              <a:rPr lang="fr-FR" smtClean="0"/>
              <a:t>26/07/2025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C5D5CC-B0B1-9BE2-7A48-3EF2E8360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24EF689-63AB-365D-15CB-4296ABFD3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C6D4-062A-433C-825E-49318732FE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767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5F820F-8B7D-745B-684A-833DAC058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5BF660E-BE71-9FEA-82CE-0637309888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C12C15D-05EC-209C-5777-8DC069C4B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D8058E6-5BCA-432B-1111-262D9DF35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B4CB9-2D5D-44A0-99C7-3E1CA8820EAF}" type="datetimeFigureOut">
              <a:rPr lang="fr-FR" smtClean="0"/>
              <a:t>26/07/2025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5919521-8D58-E9AE-FDE8-6320B876D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6BC07CC-F21B-23FB-4665-94F17C7D7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C6D4-062A-433C-825E-49318732FE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2458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0B99AC-DF0B-E6A4-681A-052221995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DDEEE34-E0FD-CC3A-FDC8-057AA0F27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8E2A9A-7E66-40A2-C7EB-13A2E62B0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B4CB9-2D5D-44A0-99C7-3E1CA8820EAF}" type="datetimeFigureOut">
              <a:rPr lang="fr-FR" smtClean="0"/>
              <a:t>26/07/2025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0F58F3-4E72-2BBE-0A0C-F81D193CC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F79D8B-950F-BBDC-FDEC-0EA46B00B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C6D4-062A-433C-825E-49318732FE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6489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28A3D57-66A9-FB0A-A73C-F22F45013B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CA3ACE5-4AAC-8491-CCB9-2B74EA037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6CF004-55E6-0FC2-AA23-FA3CFEC6B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B4CB9-2D5D-44A0-99C7-3E1CA8820EAF}" type="datetimeFigureOut">
              <a:rPr lang="fr-FR" smtClean="0"/>
              <a:t>26/07/2025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274727-94DF-DE3F-7861-4F564944B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38CCEE-42B5-B258-B5A1-C3BC46CF2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C6D4-062A-433C-825E-49318732FE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4408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9E89D4B-FD64-B797-6B7B-52FA809CD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3D343CB-FBC5-E5F8-572C-7D5D48B8A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13CD1D-018C-9435-AC5D-9696531EFB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2B4CB9-2D5D-44A0-99C7-3E1CA8820EAF}" type="datetimeFigureOut">
              <a:rPr lang="fr-FR" smtClean="0"/>
              <a:t>26/07/2025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35913-95D1-461D-96E3-D774611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4CC96C-87E5-8483-15C6-364AF56B6B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6C6D4-062A-433C-825E-49318732FE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711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BFCEB-14F0-DAB7-E823-AFAD60128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57">
            <a:extLst>
              <a:ext uri="{FF2B5EF4-FFF2-40B4-BE49-F238E27FC236}">
                <a16:creationId xmlns:a16="http://schemas.microsoft.com/office/drawing/2014/main" id="{234730DE-D59F-8F5F-2786-2F090DF76623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5671343" y="4781713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45">
            <a:extLst>
              <a:ext uri="{FF2B5EF4-FFF2-40B4-BE49-F238E27FC236}">
                <a16:creationId xmlns:a16="http://schemas.microsoft.com/office/drawing/2014/main" id="{CF470439-6509-5A05-1A78-B6BA38BB7A0B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10098241" y="4116981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1" name="Rectangle 44">
            <a:extLst>
              <a:ext uri="{FF2B5EF4-FFF2-40B4-BE49-F238E27FC236}">
                <a16:creationId xmlns:a16="http://schemas.microsoft.com/office/drawing/2014/main" id="{DF1EFF41-198C-CC79-4FB7-B8F7A6012236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1252822" y="4116981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2" name="Rectangle 16">
            <a:extLst>
              <a:ext uri="{FF2B5EF4-FFF2-40B4-BE49-F238E27FC236}">
                <a16:creationId xmlns:a16="http://schemas.microsoft.com/office/drawing/2014/main" id="{782A6057-2A54-250A-516B-9C1D94ECF337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10428453" y="1131411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3" name="Rectangle 17">
            <a:extLst>
              <a:ext uri="{FF2B5EF4-FFF2-40B4-BE49-F238E27FC236}">
                <a16:creationId xmlns:a16="http://schemas.microsoft.com/office/drawing/2014/main" id="{73D49ACB-7F81-77BA-7F1D-6B2D3E1608E0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207789" y="2352106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5" name="Rectangle 25">
            <a:extLst>
              <a:ext uri="{FF2B5EF4-FFF2-40B4-BE49-F238E27FC236}">
                <a16:creationId xmlns:a16="http://schemas.microsoft.com/office/drawing/2014/main" id="{6B77936E-D0F0-56D1-9A4E-9C2ADC439221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11153082" y="2352106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7" name="Rectangle 61">
            <a:extLst>
              <a:ext uri="{FF2B5EF4-FFF2-40B4-BE49-F238E27FC236}">
                <a16:creationId xmlns:a16="http://schemas.microsoft.com/office/drawing/2014/main" id="{8DF94AAF-7476-4A62-189E-94C2BCF69FAF}"/>
              </a:ext>
            </a:extLst>
          </p:cNvPr>
          <p:cNvSpPr>
            <a:spLocks noChangeAspect="1"/>
          </p:cNvSpPr>
          <p:nvPr/>
        </p:nvSpPr>
        <p:spPr>
          <a:xfrm flipH="1">
            <a:off x="5670403" y="5480786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8" name="Rectangle 60">
            <a:extLst>
              <a:ext uri="{FF2B5EF4-FFF2-40B4-BE49-F238E27FC236}">
                <a16:creationId xmlns:a16="http://schemas.microsoft.com/office/drawing/2014/main" id="{175437E0-CBF6-6756-90FD-37E954029AC4}"/>
              </a:ext>
            </a:extLst>
          </p:cNvPr>
          <p:cNvSpPr>
            <a:spLocks noChangeAspect="1"/>
          </p:cNvSpPr>
          <p:nvPr/>
        </p:nvSpPr>
        <p:spPr>
          <a:xfrm flipH="1">
            <a:off x="4741806" y="5538772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9" name="Rectangle 62">
            <a:extLst>
              <a:ext uri="{FF2B5EF4-FFF2-40B4-BE49-F238E27FC236}">
                <a16:creationId xmlns:a16="http://schemas.microsoft.com/office/drawing/2014/main" id="{6B55DF71-031F-DF4E-B0B8-9A613ACC119E}"/>
              </a:ext>
            </a:extLst>
          </p:cNvPr>
          <p:cNvSpPr>
            <a:spLocks noChangeAspect="1"/>
          </p:cNvSpPr>
          <p:nvPr/>
        </p:nvSpPr>
        <p:spPr>
          <a:xfrm flipH="1">
            <a:off x="6599000" y="5538771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3" name="Rectangle 63">
            <a:extLst>
              <a:ext uri="{FF2B5EF4-FFF2-40B4-BE49-F238E27FC236}">
                <a16:creationId xmlns:a16="http://schemas.microsoft.com/office/drawing/2014/main" id="{A4CF0590-3577-5795-24DE-BF15B837CECB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4233928" y="6215752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4" name="Rectangle 64">
            <a:extLst>
              <a:ext uri="{FF2B5EF4-FFF2-40B4-BE49-F238E27FC236}">
                <a16:creationId xmlns:a16="http://schemas.microsoft.com/office/drawing/2014/main" id="{11570D3A-BD01-DCB3-9E85-CEE6ADEA88B8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7106879" y="6215752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Rectangle 22">
            <a:extLst>
              <a:ext uri="{FF2B5EF4-FFF2-40B4-BE49-F238E27FC236}">
                <a16:creationId xmlns:a16="http://schemas.microsoft.com/office/drawing/2014/main" id="{5DD7B2B7-0237-D0E3-DD65-7247CD897549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6722993" y="2059100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0" name="Rectangle 23">
            <a:extLst>
              <a:ext uri="{FF2B5EF4-FFF2-40B4-BE49-F238E27FC236}">
                <a16:creationId xmlns:a16="http://schemas.microsoft.com/office/drawing/2014/main" id="{4E5DA98C-7C56-C912-F676-BA95E95D1F16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7774244" y="2126839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2" name="Rectangle 20">
            <a:extLst>
              <a:ext uri="{FF2B5EF4-FFF2-40B4-BE49-F238E27FC236}">
                <a16:creationId xmlns:a16="http://schemas.microsoft.com/office/drawing/2014/main" id="{0A0E5E20-A494-1A41-FA32-57C6937EB821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4654644" y="2059100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Rectangle 24">
            <a:extLst>
              <a:ext uri="{FF2B5EF4-FFF2-40B4-BE49-F238E27FC236}">
                <a16:creationId xmlns:a16="http://schemas.microsoft.com/office/drawing/2014/main" id="{2E153A72-82C5-0E9E-607D-A505B449EC82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8825495" y="2194578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Rectangle 18">
            <a:extLst>
              <a:ext uri="{FF2B5EF4-FFF2-40B4-BE49-F238E27FC236}">
                <a16:creationId xmlns:a16="http://schemas.microsoft.com/office/drawing/2014/main" id="{2B4969CA-E6E0-45A5-12DB-BAE958F73931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2623124" y="2194578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Rectangle 19">
            <a:extLst>
              <a:ext uri="{FF2B5EF4-FFF2-40B4-BE49-F238E27FC236}">
                <a16:creationId xmlns:a16="http://schemas.microsoft.com/office/drawing/2014/main" id="{6C5D8774-7CCB-056E-1050-C0D6E233D786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3638884" y="2126839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7" name="Rectangle 21">
            <a:extLst>
              <a:ext uri="{FF2B5EF4-FFF2-40B4-BE49-F238E27FC236}">
                <a16:creationId xmlns:a16="http://schemas.microsoft.com/office/drawing/2014/main" id="{5F5ED446-C66F-6E21-CCB3-A5329C88DA49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5672769" y="1991360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5" name="Rectangle 58">
            <a:extLst>
              <a:ext uri="{FF2B5EF4-FFF2-40B4-BE49-F238E27FC236}">
                <a16:creationId xmlns:a16="http://schemas.microsoft.com/office/drawing/2014/main" id="{C573D81C-E860-B528-D28A-8B2FB811AA0A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6820230" y="4872775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Rectangle 59">
            <a:extLst>
              <a:ext uri="{FF2B5EF4-FFF2-40B4-BE49-F238E27FC236}">
                <a16:creationId xmlns:a16="http://schemas.microsoft.com/office/drawing/2014/main" id="{83141F26-A006-A333-52B4-9AC948EFC9D0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7969116" y="4963837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55">
            <a:extLst>
              <a:ext uri="{FF2B5EF4-FFF2-40B4-BE49-F238E27FC236}">
                <a16:creationId xmlns:a16="http://schemas.microsoft.com/office/drawing/2014/main" id="{C326071C-CDA8-B4BD-56F0-BBE6E808203C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3373569" y="4963837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Rectangle 56">
            <a:extLst>
              <a:ext uri="{FF2B5EF4-FFF2-40B4-BE49-F238E27FC236}">
                <a16:creationId xmlns:a16="http://schemas.microsoft.com/office/drawing/2014/main" id="{6829A2E3-B70E-FBC4-DBF5-2C1E59AE7815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4522456" y="4872775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8" name="Rectangle 9">
            <a:extLst>
              <a:ext uri="{FF2B5EF4-FFF2-40B4-BE49-F238E27FC236}">
                <a16:creationId xmlns:a16="http://schemas.microsoft.com/office/drawing/2014/main" id="{61FB1B64-BE99-959F-3FA4-33F079672F74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3932598" y="1408322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9" name="Rectangle 10">
            <a:extLst>
              <a:ext uri="{FF2B5EF4-FFF2-40B4-BE49-F238E27FC236}">
                <a16:creationId xmlns:a16="http://schemas.microsoft.com/office/drawing/2014/main" id="{2ECD0ABE-0E83-F79C-AFE2-761A102D5AF5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4803197" y="1350337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Rectangle 8">
            <a:extLst>
              <a:ext uri="{FF2B5EF4-FFF2-40B4-BE49-F238E27FC236}">
                <a16:creationId xmlns:a16="http://schemas.microsoft.com/office/drawing/2014/main" id="{B60EA80F-B747-3BEF-E416-4B6D78507B51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3061999" y="1466307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Rectangle 12">
            <a:extLst>
              <a:ext uri="{FF2B5EF4-FFF2-40B4-BE49-F238E27FC236}">
                <a16:creationId xmlns:a16="http://schemas.microsoft.com/office/drawing/2014/main" id="{81085615-CF43-6243-FDE6-9C29C8E9F462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6544395" y="1350337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Rectangle 13">
            <a:extLst>
              <a:ext uri="{FF2B5EF4-FFF2-40B4-BE49-F238E27FC236}">
                <a16:creationId xmlns:a16="http://schemas.microsoft.com/office/drawing/2014/main" id="{8EC08B8E-7373-2907-E1BC-3192DD607547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7414994" y="1408322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4">
            <a:extLst>
              <a:ext uri="{FF2B5EF4-FFF2-40B4-BE49-F238E27FC236}">
                <a16:creationId xmlns:a16="http://schemas.microsoft.com/office/drawing/2014/main" id="{2710419D-84A4-397F-4FF9-7512CB1A66DD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8285593" y="1466307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Rectangle 15">
            <a:extLst>
              <a:ext uri="{FF2B5EF4-FFF2-40B4-BE49-F238E27FC236}">
                <a16:creationId xmlns:a16="http://schemas.microsoft.com/office/drawing/2014/main" id="{16B849C9-2925-2979-ECA2-BB0193099441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9156195" y="1524292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Rectangle 11">
            <a:extLst>
              <a:ext uri="{FF2B5EF4-FFF2-40B4-BE49-F238E27FC236}">
                <a16:creationId xmlns:a16="http://schemas.microsoft.com/office/drawing/2014/main" id="{FC83C6A9-43CB-F60C-0366-23B34B6AA0B3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5672769" y="1292351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5" name="Rectangle 28">
            <a:extLst>
              <a:ext uri="{FF2B5EF4-FFF2-40B4-BE49-F238E27FC236}">
                <a16:creationId xmlns:a16="http://schemas.microsoft.com/office/drawing/2014/main" id="{457B2E78-5186-F8D1-C51C-FC9B51294E99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3932598" y="2816310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6" name="Rectangle 29">
            <a:extLst>
              <a:ext uri="{FF2B5EF4-FFF2-40B4-BE49-F238E27FC236}">
                <a16:creationId xmlns:a16="http://schemas.microsoft.com/office/drawing/2014/main" id="{FD42602C-3A75-1BF0-AEBA-A7CAEA3208E4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4803197" y="2758325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7" name="Rectangle 26">
            <a:extLst>
              <a:ext uri="{FF2B5EF4-FFF2-40B4-BE49-F238E27FC236}">
                <a16:creationId xmlns:a16="http://schemas.microsoft.com/office/drawing/2014/main" id="{4B3941AF-E4E2-B8B3-BA66-15B0CE2FF38A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2191400" y="2932280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8" name="Rectangle 27">
            <a:extLst>
              <a:ext uri="{FF2B5EF4-FFF2-40B4-BE49-F238E27FC236}">
                <a16:creationId xmlns:a16="http://schemas.microsoft.com/office/drawing/2014/main" id="{C069E973-7B8D-F202-358B-DE5BA90E0B93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3061999" y="2874295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9" name="Rectangle 31">
            <a:extLst>
              <a:ext uri="{FF2B5EF4-FFF2-40B4-BE49-F238E27FC236}">
                <a16:creationId xmlns:a16="http://schemas.microsoft.com/office/drawing/2014/main" id="{4C214CF0-A6CD-CF6D-3FA2-08AA534A4AD3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6544395" y="2758325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0" name="Rectangle 32">
            <a:extLst>
              <a:ext uri="{FF2B5EF4-FFF2-40B4-BE49-F238E27FC236}">
                <a16:creationId xmlns:a16="http://schemas.microsoft.com/office/drawing/2014/main" id="{012E474C-AEC1-C8A4-219D-5483C1347925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7414994" y="2816310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Rectangle 7">
            <a:extLst>
              <a:ext uri="{FF2B5EF4-FFF2-40B4-BE49-F238E27FC236}">
                <a16:creationId xmlns:a16="http://schemas.microsoft.com/office/drawing/2014/main" id="{756BD308-8632-1A14-2614-777A88048505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2191400" y="1524292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1" name="Rectangle 33">
            <a:extLst>
              <a:ext uri="{FF2B5EF4-FFF2-40B4-BE49-F238E27FC236}">
                <a16:creationId xmlns:a16="http://schemas.microsoft.com/office/drawing/2014/main" id="{12CE4815-2DA8-23CB-6069-511BDB23DE94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8285593" y="2874295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2" name="Rectangle 34">
            <a:extLst>
              <a:ext uri="{FF2B5EF4-FFF2-40B4-BE49-F238E27FC236}">
                <a16:creationId xmlns:a16="http://schemas.microsoft.com/office/drawing/2014/main" id="{BB4FB2A9-10A8-BC30-581D-5FFDB55EA1FA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9156195" y="2932280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3" name="Rectangle 30">
            <a:extLst>
              <a:ext uri="{FF2B5EF4-FFF2-40B4-BE49-F238E27FC236}">
                <a16:creationId xmlns:a16="http://schemas.microsoft.com/office/drawing/2014/main" id="{20BA04EE-266B-74F1-4DF6-C74C1582CBFE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5672769" y="2700339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4" name="Rectangle 37">
            <a:extLst>
              <a:ext uri="{FF2B5EF4-FFF2-40B4-BE49-F238E27FC236}">
                <a16:creationId xmlns:a16="http://schemas.microsoft.com/office/drawing/2014/main" id="{9ACD9017-9250-93F1-7DB0-6366A90BF03B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3932598" y="3509305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5" name="Rectangle 38">
            <a:extLst>
              <a:ext uri="{FF2B5EF4-FFF2-40B4-BE49-F238E27FC236}">
                <a16:creationId xmlns:a16="http://schemas.microsoft.com/office/drawing/2014/main" id="{34A8E273-C737-9B83-E79D-2709874817E8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4803197" y="3451320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6" name="Rectangle 35">
            <a:extLst>
              <a:ext uri="{FF2B5EF4-FFF2-40B4-BE49-F238E27FC236}">
                <a16:creationId xmlns:a16="http://schemas.microsoft.com/office/drawing/2014/main" id="{A1300713-299F-F71F-8797-360992FD5D45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2191400" y="3625275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7" name="Rectangle 36">
            <a:extLst>
              <a:ext uri="{FF2B5EF4-FFF2-40B4-BE49-F238E27FC236}">
                <a16:creationId xmlns:a16="http://schemas.microsoft.com/office/drawing/2014/main" id="{E8070F10-4985-4DC6-FE4A-4C16AFFCA583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3061999" y="3567290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8" name="Rectangle 40">
            <a:extLst>
              <a:ext uri="{FF2B5EF4-FFF2-40B4-BE49-F238E27FC236}">
                <a16:creationId xmlns:a16="http://schemas.microsoft.com/office/drawing/2014/main" id="{7BCEE2E2-E6C6-AB47-A36F-7A6B98A093DE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6544395" y="3451320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9" name="Rectangle 41">
            <a:extLst>
              <a:ext uri="{FF2B5EF4-FFF2-40B4-BE49-F238E27FC236}">
                <a16:creationId xmlns:a16="http://schemas.microsoft.com/office/drawing/2014/main" id="{C2A92433-5D18-FF90-5043-824BE561616E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7414994" y="3509305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0" name="Rectangle 42">
            <a:extLst>
              <a:ext uri="{FF2B5EF4-FFF2-40B4-BE49-F238E27FC236}">
                <a16:creationId xmlns:a16="http://schemas.microsoft.com/office/drawing/2014/main" id="{5E627DA5-48DB-CDDB-6D31-3FA51F896A11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8285593" y="3567290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1" name="Rectangle 43">
            <a:extLst>
              <a:ext uri="{FF2B5EF4-FFF2-40B4-BE49-F238E27FC236}">
                <a16:creationId xmlns:a16="http://schemas.microsoft.com/office/drawing/2014/main" id="{06FB703C-7ACA-F1CD-8144-0A48E6E1C6B9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9156195" y="3625275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2" name="Rectangle 39">
            <a:extLst>
              <a:ext uri="{FF2B5EF4-FFF2-40B4-BE49-F238E27FC236}">
                <a16:creationId xmlns:a16="http://schemas.microsoft.com/office/drawing/2014/main" id="{1AC08ACE-928D-8080-1B09-05DCA94982F6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5672769" y="3393334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3" name="Rectangle 48">
            <a:extLst>
              <a:ext uri="{FF2B5EF4-FFF2-40B4-BE49-F238E27FC236}">
                <a16:creationId xmlns:a16="http://schemas.microsoft.com/office/drawing/2014/main" id="{5F5475C9-580A-C2FC-0924-2EB27AB8B8DE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3931029" y="4210429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4" name="Rectangle 49">
            <a:extLst>
              <a:ext uri="{FF2B5EF4-FFF2-40B4-BE49-F238E27FC236}">
                <a16:creationId xmlns:a16="http://schemas.microsoft.com/office/drawing/2014/main" id="{E833A362-EBCD-E9C1-E7CD-42A028DE96A8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4801628" y="4152444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5" name="Rectangle 46">
            <a:extLst>
              <a:ext uri="{FF2B5EF4-FFF2-40B4-BE49-F238E27FC236}">
                <a16:creationId xmlns:a16="http://schemas.microsoft.com/office/drawing/2014/main" id="{ACF9FCCB-C0FC-93A0-68CA-886E72580480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2189831" y="4326399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6" name="Rectangle 47">
            <a:extLst>
              <a:ext uri="{FF2B5EF4-FFF2-40B4-BE49-F238E27FC236}">
                <a16:creationId xmlns:a16="http://schemas.microsoft.com/office/drawing/2014/main" id="{273DC37A-3FEC-EE76-31DA-867DDECD327A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3060430" y="4268414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7" name="Rectangle 51">
            <a:extLst>
              <a:ext uri="{FF2B5EF4-FFF2-40B4-BE49-F238E27FC236}">
                <a16:creationId xmlns:a16="http://schemas.microsoft.com/office/drawing/2014/main" id="{4E9AAE63-611C-ADB0-CE23-3171A579747C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6542826" y="4152444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8" name="Rectangle 52">
            <a:extLst>
              <a:ext uri="{FF2B5EF4-FFF2-40B4-BE49-F238E27FC236}">
                <a16:creationId xmlns:a16="http://schemas.microsoft.com/office/drawing/2014/main" id="{5B352C1A-7926-C0C2-E73D-58F338FBD8CB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7413425" y="4210429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9" name="Rectangle 53">
            <a:extLst>
              <a:ext uri="{FF2B5EF4-FFF2-40B4-BE49-F238E27FC236}">
                <a16:creationId xmlns:a16="http://schemas.microsoft.com/office/drawing/2014/main" id="{6B534624-BEE0-BCC9-F74E-7ADAC78A9E5F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8284024" y="4268414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0" name="Rectangle 54">
            <a:extLst>
              <a:ext uri="{FF2B5EF4-FFF2-40B4-BE49-F238E27FC236}">
                <a16:creationId xmlns:a16="http://schemas.microsoft.com/office/drawing/2014/main" id="{6930553E-E195-788A-B573-ED9DCB0C7073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9154626" y="4326399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1" name="Rectangle 50">
            <a:extLst>
              <a:ext uri="{FF2B5EF4-FFF2-40B4-BE49-F238E27FC236}">
                <a16:creationId xmlns:a16="http://schemas.microsoft.com/office/drawing/2014/main" id="{A8AA1D04-22D7-98C8-3584-BEA3F99B5453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5671200" y="4094458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4" name="Rectangle 6">
            <a:extLst>
              <a:ext uri="{FF2B5EF4-FFF2-40B4-BE49-F238E27FC236}">
                <a16:creationId xmlns:a16="http://schemas.microsoft.com/office/drawing/2014/main" id="{3680F787-FF17-652B-5989-8A635D46740C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925055" y="1131411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5">
            <a:extLst>
              <a:ext uri="{FF2B5EF4-FFF2-40B4-BE49-F238E27FC236}">
                <a16:creationId xmlns:a16="http://schemas.microsoft.com/office/drawing/2014/main" id="{9EE1F90A-21B9-9F3B-3F7D-FC4B82399AB5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7107676" y="684328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1" name="Rectangle 4">
            <a:extLst>
              <a:ext uri="{FF2B5EF4-FFF2-40B4-BE49-F238E27FC236}">
                <a16:creationId xmlns:a16="http://schemas.microsoft.com/office/drawing/2014/main" id="{5DA7EFCA-4B08-B2C1-A302-0993CAA87F1B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4234725" y="684328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3" name="Rectangle 3">
            <a:extLst>
              <a:ext uri="{FF2B5EF4-FFF2-40B4-BE49-F238E27FC236}">
                <a16:creationId xmlns:a16="http://schemas.microsoft.com/office/drawing/2014/main" id="{878DFDB5-4430-F3D6-9B24-2531E007D665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6599000" y="11386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2" name="Rectangle 2">
            <a:extLst>
              <a:ext uri="{FF2B5EF4-FFF2-40B4-BE49-F238E27FC236}">
                <a16:creationId xmlns:a16="http://schemas.microsoft.com/office/drawing/2014/main" id="{D3FF3D71-AFEF-00F7-7EAC-4E41551FC308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5671742" y="13543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4" name="Rectangle 1">
            <a:extLst>
              <a:ext uri="{FF2B5EF4-FFF2-40B4-BE49-F238E27FC236}">
                <a16:creationId xmlns:a16="http://schemas.microsoft.com/office/drawing/2014/main" id="{EA327BFC-3E7F-430C-E8BB-A4DBF48A9AC7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4741806" y="11386"/>
            <a:ext cx="849600" cy="642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1581590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</Words>
  <Application>Microsoft Office PowerPoint</Application>
  <PresentationFormat>Grand écran</PresentationFormat>
  <Paragraphs>1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 Marie Munier-Jolain</dc:creator>
  <cp:lastModifiedBy>Flore Munier-Jolain</cp:lastModifiedBy>
  <cp:revision>20</cp:revision>
  <dcterms:created xsi:type="dcterms:W3CDTF">2025-04-16T15:18:48Z</dcterms:created>
  <dcterms:modified xsi:type="dcterms:W3CDTF">2025-07-26T19:22:10Z</dcterms:modified>
</cp:coreProperties>
</file>